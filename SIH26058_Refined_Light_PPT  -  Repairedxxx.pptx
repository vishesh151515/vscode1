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8DD87E-96BC-4A2F-9A79-04EB2557C96A}" v="79" dt="2026-09-10T14:28:50.8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6" autoAdjust="0"/>
    <p:restoredTop sz="94660"/>
  </p:normalViewPr>
  <p:slideViewPr>
    <p:cSldViewPr snapToGrid="0" snapToObjects="1">
      <p:cViewPr>
        <p:scale>
          <a:sx n="87" d="100"/>
          <a:sy n="87" d="100"/>
        </p:scale>
        <p:origin x="73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tikabaranwal961@outlook.com" userId="e51d1abcc9f55c84" providerId="LiveId" clId="{10B9DC14-8FF6-47C7-9AB9-78C8B020A545}"/>
    <pc:docChg chg="undo custSel modSld">
      <pc:chgData name="ritikabaranwal961@outlook.com" userId="e51d1abcc9f55c84" providerId="LiveId" clId="{10B9DC14-8FF6-47C7-9AB9-78C8B020A545}" dt="2026-09-10T14:29:42.384" v="2318"/>
      <pc:docMkLst>
        <pc:docMk/>
      </pc:docMkLst>
      <pc:sldChg chg="addSp delSp modSp mod">
        <pc:chgData name="ritikabaranwal961@outlook.com" userId="e51d1abcc9f55c84" providerId="LiveId" clId="{10B9DC14-8FF6-47C7-9AB9-78C8B020A545}" dt="2026-09-10T12:57:25.750" v="354" actId="14100"/>
        <pc:sldMkLst>
          <pc:docMk/>
          <pc:sldMk cId="0" sldId="256"/>
        </pc:sldMkLst>
        <pc:spChg chg="mod">
          <ac:chgData name="ritikabaranwal961@outlook.com" userId="e51d1abcc9f55c84" providerId="LiveId" clId="{10B9DC14-8FF6-47C7-9AB9-78C8B020A545}" dt="2026-09-10T12:08:33.813" v="82" actId="2711"/>
          <ac:spMkLst>
            <pc:docMk/>
            <pc:sldMk cId="0" sldId="256"/>
            <ac:spMk id="2" creationId="{00000000-0000-0000-0000-000000000000}"/>
          </ac:spMkLst>
        </pc:spChg>
        <pc:spChg chg="mod">
          <ac:chgData name="ritikabaranwal961@outlook.com" userId="e51d1abcc9f55c84" providerId="LiveId" clId="{10B9DC14-8FF6-47C7-9AB9-78C8B020A545}" dt="2026-09-10T12:56:17.140" v="347" actId="3062"/>
          <ac:spMkLst>
            <pc:docMk/>
            <pc:sldMk cId="0" sldId="256"/>
            <ac:spMk id="5" creationId="{00000000-0000-0000-0000-000000000000}"/>
          </ac:spMkLst>
        </pc:spChg>
        <pc:spChg chg="mod">
          <ac:chgData name="ritikabaranwal961@outlook.com" userId="e51d1abcc9f55c84" providerId="LiveId" clId="{10B9DC14-8FF6-47C7-9AB9-78C8B020A545}" dt="2026-09-10T12:46:09.791" v="320" actId="113"/>
          <ac:spMkLst>
            <pc:docMk/>
            <pc:sldMk cId="0" sldId="256"/>
            <ac:spMk id="6" creationId="{00000000-0000-0000-0000-000000000000}"/>
          </ac:spMkLst>
        </pc:spChg>
        <pc:spChg chg="del">
          <ac:chgData name="ritikabaranwal961@outlook.com" userId="e51d1abcc9f55c84" providerId="LiveId" clId="{10B9DC14-8FF6-47C7-9AB9-78C8B020A545}" dt="2026-09-10T12:18:23.940" v="122" actId="21"/>
          <ac:spMkLst>
            <pc:docMk/>
            <pc:sldMk cId="0" sldId="256"/>
            <ac:spMk id="11" creationId="{00000000-0000-0000-0000-000000000000}"/>
          </ac:spMkLst>
        </pc:spChg>
        <pc:spChg chg="del mod">
          <ac:chgData name="ritikabaranwal961@outlook.com" userId="e51d1abcc9f55c84" providerId="LiveId" clId="{10B9DC14-8FF6-47C7-9AB9-78C8B020A545}" dt="2026-09-10T12:19:25.201" v="135" actId="478"/>
          <ac:spMkLst>
            <pc:docMk/>
            <pc:sldMk cId="0" sldId="256"/>
            <ac:spMk id="12" creationId="{00000000-0000-0000-0000-000000000000}"/>
          </ac:spMkLst>
        </pc:spChg>
        <pc:spChg chg="del">
          <ac:chgData name="ritikabaranwal961@outlook.com" userId="e51d1abcc9f55c84" providerId="LiveId" clId="{10B9DC14-8FF6-47C7-9AB9-78C8B020A545}" dt="2026-09-10T12:18:37.042" v="124" actId="21"/>
          <ac:spMkLst>
            <pc:docMk/>
            <pc:sldMk cId="0" sldId="256"/>
            <ac:spMk id="13" creationId="{00000000-0000-0000-0000-000000000000}"/>
          </ac:spMkLst>
        </pc:spChg>
        <pc:spChg chg="del mod">
          <ac:chgData name="ritikabaranwal961@outlook.com" userId="e51d1abcc9f55c84" providerId="LiveId" clId="{10B9DC14-8FF6-47C7-9AB9-78C8B020A545}" dt="2026-09-10T12:19:21.211" v="134" actId="478"/>
          <ac:spMkLst>
            <pc:docMk/>
            <pc:sldMk cId="0" sldId="256"/>
            <ac:spMk id="14" creationId="{00000000-0000-0000-0000-000000000000}"/>
          </ac:spMkLst>
        </pc:spChg>
        <pc:spChg chg="del">
          <ac:chgData name="ritikabaranwal961@outlook.com" userId="e51d1abcc9f55c84" providerId="LiveId" clId="{10B9DC14-8FF6-47C7-9AB9-78C8B020A545}" dt="2026-09-10T12:19:36.943" v="138" actId="21"/>
          <ac:spMkLst>
            <pc:docMk/>
            <pc:sldMk cId="0" sldId="256"/>
            <ac:spMk id="15" creationId="{00000000-0000-0000-0000-000000000000}"/>
          </ac:spMkLst>
        </pc:spChg>
        <pc:spChg chg="del">
          <ac:chgData name="ritikabaranwal961@outlook.com" userId="e51d1abcc9f55c84" providerId="LiveId" clId="{10B9DC14-8FF6-47C7-9AB9-78C8B020A545}" dt="2026-09-10T12:19:40.207" v="139" actId="478"/>
          <ac:spMkLst>
            <pc:docMk/>
            <pc:sldMk cId="0" sldId="256"/>
            <ac:spMk id="16" creationId="{00000000-0000-0000-0000-000000000000}"/>
          </ac:spMkLst>
        </pc:spChg>
        <pc:spChg chg="del">
          <ac:chgData name="ritikabaranwal961@outlook.com" userId="e51d1abcc9f55c84" providerId="LiveId" clId="{10B9DC14-8FF6-47C7-9AB9-78C8B020A545}" dt="2026-09-10T12:19:27.582" v="136" actId="478"/>
          <ac:spMkLst>
            <pc:docMk/>
            <pc:sldMk cId="0" sldId="256"/>
            <ac:spMk id="17" creationId="{00000000-0000-0000-0000-000000000000}"/>
          </ac:spMkLst>
        </pc:spChg>
        <pc:spChg chg="del">
          <ac:chgData name="ritikabaranwal961@outlook.com" userId="e51d1abcc9f55c84" providerId="LiveId" clId="{10B9DC14-8FF6-47C7-9AB9-78C8B020A545}" dt="2026-09-10T12:19:30.423" v="137" actId="478"/>
          <ac:spMkLst>
            <pc:docMk/>
            <pc:sldMk cId="0" sldId="256"/>
            <ac:spMk id="18" creationId="{00000000-0000-0000-0000-000000000000}"/>
          </ac:spMkLst>
        </pc:spChg>
        <pc:spChg chg="del">
          <ac:chgData name="ritikabaranwal961@outlook.com" userId="e51d1abcc9f55c84" providerId="LiveId" clId="{10B9DC14-8FF6-47C7-9AB9-78C8B020A545}" dt="2026-09-10T12:19:55.829" v="151" actId="478"/>
          <ac:spMkLst>
            <pc:docMk/>
            <pc:sldMk cId="0" sldId="256"/>
            <ac:spMk id="19" creationId="{00000000-0000-0000-0000-000000000000}"/>
          </ac:spMkLst>
        </pc:spChg>
        <pc:spChg chg="del">
          <ac:chgData name="ritikabaranwal961@outlook.com" userId="e51d1abcc9f55c84" providerId="LiveId" clId="{10B9DC14-8FF6-47C7-9AB9-78C8B020A545}" dt="2026-09-10T12:19:58.252" v="154" actId="478"/>
          <ac:spMkLst>
            <pc:docMk/>
            <pc:sldMk cId="0" sldId="256"/>
            <ac:spMk id="20" creationId="{00000000-0000-0000-0000-000000000000}"/>
          </ac:spMkLst>
        </pc:spChg>
        <pc:spChg chg="del">
          <ac:chgData name="ritikabaranwal961@outlook.com" userId="e51d1abcc9f55c84" providerId="LiveId" clId="{10B9DC14-8FF6-47C7-9AB9-78C8B020A545}" dt="2026-09-10T12:19:43.262" v="140" actId="478"/>
          <ac:spMkLst>
            <pc:docMk/>
            <pc:sldMk cId="0" sldId="256"/>
            <ac:spMk id="21" creationId="{00000000-0000-0000-0000-000000000000}"/>
          </ac:spMkLst>
        </pc:spChg>
        <pc:spChg chg="del mod">
          <ac:chgData name="ritikabaranwal961@outlook.com" userId="e51d1abcc9f55c84" providerId="LiveId" clId="{10B9DC14-8FF6-47C7-9AB9-78C8B020A545}" dt="2026-09-10T12:19:55.829" v="153"/>
          <ac:spMkLst>
            <pc:docMk/>
            <pc:sldMk cId="0" sldId="256"/>
            <ac:spMk id="22" creationId="{00000000-0000-0000-0000-000000000000}"/>
          </ac:spMkLst>
        </pc:spChg>
        <pc:spChg chg="add del mod">
          <ac:chgData name="ritikabaranwal961@outlook.com" userId="e51d1abcc9f55c84" providerId="LiveId" clId="{10B9DC14-8FF6-47C7-9AB9-78C8B020A545}" dt="2026-09-10T12:41:19.499" v="271" actId="21"/>
          <ac:spMkLst>
            <pc:docMk/>
            <pc:sldMk cId="0" sldId="256"/>
            <ac:spMk id="26" creationId="{C4B987FA-C572-AD30-EE07-C746AFDD1C88}"/>
          </ac:spMkLst>
        </pc:spChg>
        <pc:spChg chg="add del mod">
          <ac:chgData name="ritikabaranwal961@outlook.com" userId="e51d1abcc9f55c84" providerId="LiveId" clId="{10B9DC14-8FF6-47C7-9AB9-78C8B020A545}" dt="2026-09-10T12:41:22.490" v="272" actId="21"/>
          <ac:spMkLst>
            <pc:docMk/>
            <pc:sldMk cId="0" sldId="256"/>
            <ac:spMk id="28" creationId="{EC219F5F-5D24-28C5-A6D4-8CD44C0B4FD6}"/>
          </ac:spMkLst>
        </pc:spChg>
        <pc:spChg chg="add del mod">
          <ac:chgData name="ritikabaranwal961@outlook.com" userId="e51d1abcc9f55c84" providerId="LiveId" clId="{10B9DC14-8FF6-47C7-9AB9-78C8B020A545}" dt="2026-09-10T12:41:27.187" v="273" actId="21"/>
          <ac:spMkLst>
            <pc:docMk/>
            <pc:sldMk cId="0" sldId="256"/>
            <ac:spMk id="30" creationId="{15C609D5-2734-22A1-2A32-23A2210D69A4}"/>
          </ac:spMkLst>
        </pc:spChg>
        <pc:spChg chg="add del mod">
          <ac:chgData name="ritikabaranwal961@outlook.com" userId="e51d1abcc9f55c84" providerId="LiveId" clId="{10B9DC14-8FF6-47C7-9AB9-78C8B020A545}" dt="2026-09-10T12:41:31.004" v="274" actId="21"/>
          <ac:spMkLst>
            <pc:docMk/>
            <pc:sldMk cId="0" sldId="256"/>
            <ac:spMk id="32" creationId="{EC1B5812-817D-033C-F3AA-EDA26CD15135}"/>
          </ac:spMkLst>
        </pc:spChg>
        <pc:spChg chg="add del mod">
          <ac:chgData name="ritikabaranwal961@outlook.com" userId="e51d1abcc9f55c84" providerId="LiveId" clId="{10B9DC14-8FF6-47C7-9AB9-78C8B020A545}" dt="2026-09-10T12:41:34.579" v="275" actId="21"/>
          <ac:spMkLst>
            <pc:docMk/>
            <pc:sldMk cId="0" sldId="256"/>
            <ac:spMk id="34" creationId="{391ED2C6-8680-D55A-34B4-0EDE951AEB68}"/>
          </ac:spMkLst>
        </pc:spChg>
        <pc:spChg chg="add del mod">
          <ac:chgData name="ritikabaranwal961@outlook.com" userId="e51d1abcc9f55c84" providerId="LiveId" clId="{10B9DC14-8FF6-47C7-9AB9-78C8B020A545}" dt="2026-09-10T12:41:41.100" v="276" actId="21"/>
          <ac:spMkLst>
            <pc:docMk/>
            <pc:sldMk cId="0" sldId="256"/>
            <ac:spMk id="36" creationId="{7C198C4A-DA64-D755-9CCB-1CCFAC708CAE}"/>
          </ac:spMkLst>
        </pc:spChg>
        <pc:picChg chg="mod ord modCrop">
          <ac:chgData name="ritikabaranwal961@outlook.com" userId="e51d1abcc9f55c84" providerId="LiveId" clId="{10B9DC14-8FF6-47C7-9AB9-78C8B020A545}" dt="2026-09-10T12:38:20.652" v="261" actId="29295"/>
          <ac:picMkLst>
            <pc:docMk/>
            <pc:sldMk cId="0" sldId="256"/>
            <ac:picMk id="25" creationId="{2EAED6C2-5D98-E403-B72B-E49A3E2C8B30}"/>
          </ac:picMkLst>
        </pc:picChg>
        <pc:picChg chg="add mod">
          <ac:chgData name="ritikabaranwal961@outlook.com" userId="e51d1abcc9f55c84" providerId="LiveId" clId="{10B9DC14-8FF6-47C7-9AB9-78C8B020A545}" dt="2026-09-10T12:51:17.989" v="323" actId="1076"/>
          <ac:picMkLst>
            <pc:docMk/>
            <pc:sldMk cId="0" sldId="256"/>
            <ac:picMk id="38" creationId="{8FA0585F-0D1A-811C-EC30-723B1BDFF637}"/>
          </ac:picMkLst>
        </pc:picChg>
        <pc:cxnChg chg="add del">
          <ac:chgData name="ritikabaranwal961@outlook.com" userId="e51d1abcc9f55c84" providerId="LiveId" clId="{10B9DC14-8FF6-47C7-9AB9-78C8B020A545}" dt="2026-09-10T12:54:34.186" v="337" actId="11529"/>
          <ac:cxnSpMkLst>
            <pc:docMk/>
            <pc:sldMk cId="0" sldId="256"/>
            <ac:cxnSpMk id="40" creationId="{C98B7605-4024-6655-F445-155DE99601FC}"/>
          </ac:cxnSpMkLst>
        </pc:cxnChg>
        <pc:cxnChg chg="add del">
          <ac:chgData name="ritikabaranwal961@outlook.com" userId="e51d1abcc9f55c84" providerId="LiveId" clId="{10B9DC14-8FF6-47C7-9AB9-78C8B020A545}" dt="2026-09-10T12:56:14.491" v="346" actId="11529"/>
          <ac:cxnSpMkLst>
            <pc:docMk/>
            <pc:sldMk cId="0" sldId="256"/>
            <ac:cxnSpMk id="42" creationId="{6EB153CF-88FE-132E-0DBF-A39F7DD2817C}"/>
          </ac:cxnSpMkLst>
        </pc:cxnChg>
        <pc:cxnChg chg="add mod">
          <ac:chgData name="ritikabaranwal961@outlook.com" userId="e51d1abcc9f55c84" providerId="LiveId" clId="{10B9DC14-8FF6-47C7-9AB9-78C8B020A545}" dt="2026-09-10T12:57:25.750" v="354" actId="14100"/>
          <ac:cxnSpMkLst>
            <pc:docMk/>
            <pc:sldMk cId="0" sldId="256"/>
            <ac:cxnSpMk id="44" creationId="{2124FAE5-BFDB-F084-F5AA-5FCC47AAE2B3}"/>
          </ac:cxnSpMkLst>
        </pc:cxnChg>
      </pc:sldChg>
      <pc:sldChg chg="addSp delSp modSp mod">
        <pc:chgData name="ritikabaranwal961@outlook.com" userId="e51d1abcc9f55c84" providerId="LiveId" clId="{10B9DC14-8FF6-47C7-9AB9-78C8B020A545}" dt="2026-09-10T14:29:42.384" v="2318"/>
        <pc:sldMkLst>
          <pc:docMk/>
          <pc:sldMk cId="0" sldId="262"/>
        </pc:sldMkLst>
        <pc:spChg chg="del">
          <ac:chgData name="ritikabaranwal961@outlook.com" userId="e51d1abcc9f55c84" providerId="LiveId" clId="{10B9DC14-8FF6-47C7-9AB9-78C8B020A545}" dt="2026-09-10T14:21:13.854" v="2164" actId="21"/>
          <ac:spMkLst>
            <pc:docMk/>
            <pc:sldMk cId="0" sldId="262"/>
            <ac:spMk id="3" creationId="{00000000-0000-0000-0000-000000000000}"/>
          </ac:spMkLst>
        </pc:spChg>
        <pc:spChg chg="mod">
          <ac:chgData name="ritikabaranwal961@outlook.com" userId="e51d1abcc9f55c84" providerId="LiveId" clId="{10B9DC14-8FF6-47C7-9AB9-78C8B020A545}" dt="2026-09-10T13:08:56.318" v="418" actId="14100"/>
          <ac:spMkLst>
            <pc:docMk/>
            <pc:sldMk cId="0" sldId="262"/>
            <ac:spMk id="4" creationId="{00000000-0000-0000-0000-000000000000}"/>
          </ac:spMkLst>
        </pc:spChg>
        <pc:spChg chg="add del mod">
          <ac:chgData name="ritikabaranwal961@outlook.com" userId="e51d1abcc9f55c84" providerId="LiveId" clId="{10B9DC14-8FF6-47C7-9AB9-78C8B020A545}" dt="2026-09-10T13:21:12.871" v="878" actId="20577"/>
          <ac:spMkLst>
            <pc:docMk/>
            <pc:sldMk cId="0" sldId="262"/>
            <ac:spMk id="5" creationId="{00000000-0000-0000-0000-000000000000}"/>
          </ac:spMkLst>
        </pc:spChg>
        <pc:spChg chg="mod">
          <ac:chgData name="ritikabaranwal961@outlook.com" userId="e51d1abcc9f55c84" providerId="LiveId" clId="{10B9DC14-8FF6-47C7-9AB9-78C8B020A545}" dt="2026-09-10T13:16:59.023" v="800" actId="14100"/>
          <ac:spMkLst>
            <pc:docMk/>
            <pc:sldMk cId="0" sldId="262"/>
            <ac:spMk id="6" creationId="{00000000-0000-0000-0000-000000000000}"/>
          </ac:spMkLst>
        </pc:spChg>
        <pc:spChg chg="mod">
          <ac:chgData name="ritikabaranwal961@outlook.com" userId="e51d1abcc9f55c84" providerId="LiveId" clId="{10B9DC14-8FF6-47C7-9AB9-78C8B020A545}" dt="2026-09-10T13:20:42.303" v="847" actId="14100"/>
          <ac:spMkLst>
            <pc:docMk/>
            <pc:sldMk cId="0" sldId="262"/>
            <ac:spMk id="8" creationId="{00000000-0000-0000-0000-000000000000}"/>
          </ac:spMkLst>
        </pc:spChg>
        <pc:spChg chg="mod">
          <ac:chgData name="ritikabaranwal961@outlook.com" userId="e51d1abcc9f55c84" providerId="LiveId" clId="{10B9DC14-8FF6-47C7-9AB9-78C8B020A545}" dt="2026-09-10T13:53:30.743" v="2002" actId="20577"/>
          <ac:spMkLst>
            <pc:docMk/>
            <pc:sldMk cId="0" sldId="262"/>
            <ac:spMk id="9" creationId="{00000000-0000-0000-0000-000000000000}"/>
          </ac:spMkLst>
        </pc:spChg>
        <pc:spChg chg="mod">
          <ac:chgData name="ritikabaranwal961@outlook.com" userId="e51d1abcc9f55c84" providerId="LiveId" clId="{10B9DC14-8FF6-47C7-9AB9-78C8B020A545}" dt="2026-09-10T13:19:08.487" v="814" actId="14100"/>
          <ac:spMkLst>
            <pc:docMk/>
            <pc:sldMk cId="0" sldId="262"/>
            <ac:spMk id="10" creationId="{00000000-0000-0000-0000-000000000000}"/>
          </ac:spMkLst>
        </pc:spChg>
        <pc:spChg chg="mod">
          <ac:chgData name="ritikabaranwal961@outlook.com" userId="e51d1abcc9f55c84" providerId="LiveId" clId="{10B9DC14-8FF6-47C7-9AB9-78C8B020A545}" dt="2026-09-10T13:18:59.314" v="813" actId="1076"/>
          <ac:spMkLst>
            <pc:docMk/>
            <pc:sldMk cId="0" sldId="262"/>
            <ac:spMk id="11" creationId="{00000000-0000-0000-0000-000000000000}"/>
          </ac:spMkLst>
        </pc:spChg>
        <pc:spChg chg="add del mod">
          <ac:chgData name="ritikabaranwal961@outlook.com" userId="e51d1abcc9f55c84" providerId="LiveId" clId="{10B9DC14-8FF6-47C7-9AB9-78C8B020A545}" dt="2026-09-10T13:58:11.644" v="2062" actId="207"/>
          <ac:spMkLst>
            <pc:docMk/>
            <pc:sldMk cId="0" sldId="262"/>
            <ac:spMk id="12" creationId="{00000000-0000-0000-0000-000000000000}"/>
          </ac:spMkLst>
        </pc:spChg>
        <pc:spChg chg="mod">
          <ac:chgData name="ritikabaranwal961@outlook.com" userId="e51d1abcc9f55c84" providerId="LiveId" clId="{10B9DC14-8FF6-47C7-9AB9-78C8B020A545}" dt="2026-09-10T14:12:15.955" v="2154" actId="20577"/>
          <ac:spMkLst>
            <pc:docMk/>
            <pc:sldMk cId="0" sldId="262"/>
            <ac:spMk id="13" creationId="{00000000-0000-0000-0000-000000000000}"/>
          </ac:spMkLst>
        </pc:spChg>
        <pc:spChg chg="del">
          <ac:chgData name="ritikabaranwal961@outlook.com" userId="e51d1abcc9f55c84" providerId="LiveId" clId="{10B9DC14-8FF6-47C7-9AB9-78C8B020A545}" dt="2026-09-10T13:15:26.646" v="782" actId="478"/>
          <ac:spMkLst>
            <pc:docMk/>
            <pc:sldMk cId="0" sldId="262"/>
            <ac:spMk id="14" creationId="{00000000-0000-0000-0000-000000000000}"/>
          </ac:spMkLst>
        </pc:spChg>
        <pc:spChg chg="del">
          <ac:chgData name="ritikabaranwal961@outlook.com" userId="e51d1abcc9f55c84" providerId="LiveId" clId="{10B9DC14-8FF6-47C7-9AB9-78C8B020A545}" dt="2026-09-10T13:15:44.965" v="790" actId="478"/>
          <ac:spMkLst>
            <pc:docMk/>
            <pc:sldMk cId="0" sldId="262"/>
            <ac:spMk id="15" creationId="{00000000-0000-0000-0000-000000000000}"/>
          </ac:spMkLst>
        </pc:spChg>
        <pc:spChg chg="del mod">
          <ac:chgData name="ritikabaranwal961@outlook.com" userId="e51d1abcc9f55c84" providerId="LiveId" clId="{10B9DC14-8FF6-47C7-9AB9-78C8B020A545}" dt="2026-09-10T13:15:38.620" v="789"/>
          <ac:spMkLst>
            <pc:docMk/>
            <pc:sldMk cId="0" sldId="262"/>
            <ac:spMk id="16" creationId="{00000000-0000-0000-0000-000000000000}"/>
          </ac:spMkLst>
        </pc:spChg>
        <pc:spChg chg="del mod">
          <ac:chgData name="ritikabaranwal961@outlook.com" userId="e51d1abcc9f55c84" providerId="LiveId" clId="{10B9DC14-8FF6-47C7-9AB9-78C8B020A545}" dt="2026-09-10T13:15:26.646" v="784"/>
          <ac:spMkLst>
            <pc:docMk/>
            <pc:sldMk cId="0" sldId="262"/>
            <ac:spMk id="17" creationId="{00000000-0000-0000-0000-000000000000}"/>
          </ac:spMkLst>
        </pc:spChg>
        <pc:spChg chg="del mod">
          <ac:chgData name="ritikabaranwal961@outlook.com" userId="e51d1abcc9f55c84" providerId="LiveId" clId="{10B9DC14-8FF6-47C7-9AB9-78C8B020A545}" dt="2026-09-10T14:29:42.384" v="2318"/>
          <ac:spMkLst>
            <pc:docMk/>
            <pc:sldMk cId="0" sldId="262"/>
            <ac:spMk id="18" creationId="{00000000-0000-0000-0000-000000000000}"/>
          </ac:spMkLst>
        </pc:spChg>
        <pc:spChg chg="add mod">
          <ac:chgData name="ritikabaranwal961@outlook.com" userId="e51d1abcc9f55c84" providerId="LiveId" clId="{10B9DC14-8FF6-47C7-9AB9-78C8B020A545}" dt="2026-09-10T13:17:48.110" v="805" actId="1076"/>
          <ac:spMkLst>
            <pc:docMk/>
            <pc:sldMk cId="0" sldId="262"/>
            <ac:spMk id="21" creationId="{41919CE3-57F7-E452-D977-A53D7B50807D}"/>
          </ac:spMkLst>
        </pc:spChg>
        <pc:spChg chg="add mod">
          <ac:chgData name="ritikabaranwal961@outlook.com" userId="e51d1abcc9f55c84" providerId="LiveId" clId="{10B9DC14-8FF6-47C7-9AB9-78C8B020A545}" dt="2026-09-10T13:18:16.865" v="808" actId="1076"/>
          <ac:spMkLst>
            <pc:docMk/>
            <pc:sldMk cId="0" sldId="262"/>
            <ac:spMk id="23" creationId="{DE43D378-0396-9DA5-887D-8921CC3105CD}"/>
          </ac:spMkLst>
        </pc:spChg>
        <pc:picChg chg="add mod">
          <ac:chgData name="ritikabaranwal961@outlook.com" userId="e51d1abcc9f55c84" providerId="LiveId" clId="{10B9DC14-8FF6-47C7-9AB9-78C8B020A545}" dt="2026-09-10T14:29:01.903" v="2237" actId="1076"/>
          <ac:picMkLst>
            <pc:docMk/>
            <pc:sldMk cId="0" sldId="262"/>
            <ac:picMk id="25" creationId="{74D0B933-F2B6-864D-F0B2-8F3AA2AC22BA}"/>
          </ac:picMkLst>
        </pc:picChg>
        <pc:picChg chg="add mod ord modCrop">
          <ac:chgData name="ritikabaranwal961@outlook.com" userId="e51d1abcc9f55c84" providerId="LiveId" clId="{10B9DC14-8FF6-47C7-9AB9-78C8B020A545}" dt="2026-09-10T14:29:12.763" v="2240" actId="1076"/>
          <ac:picMkLst>
            <pc:docMk/>
            <pc:sldMk cId="0" sldId="262"/>
            <ac:picMk id="27" creationId="{B0D9620E-A63F-D159-9EDE-74C9FC634A0C}"/>
          </ac:picMkLst>
        </pc:picChg>
        <pc:picChg chg="add mod ord modCrop">
          <ac:chgData name="ritikabaranwal961@outlook.com" userId="e51d1abcc9f55c84" providerId="LiveId" clId="{10B9DC14-8FF6-47C7-9AB9-78C8B020A545}" dt="2026-09-10T14:29:06.058" v="2238" actId="1076"/>
          <ac:picMkLst>
            <pc:docMk/>
            <pc:sldMk cId="0" sldId="262"/>
            <ac:picMk id="29" creationId="{C0D126A4-0F53-7572-B768-F1F45A95F980}"/>
          </ac:picMkLst>
        </pc:picChg>
        <pc:picChg chg="add mod">
          <ac:chgData name="ritikabaranwal961@outlook.com" userId="e51d1abcc9f55c84" providerId="LiveId" clId="{10B9DC14-8FF6-47C7-9AB9-78C8B020A545}" dt="2026-09-10T14:21:25.801" v="2166" actId="1076"/>
          <ac:picMkLst>
            <pc:docMk/>
            <pc:sldMk cId="0" sldId="262"/>
            <ac:picMk id="31" creationId="{880E164B-C334-3030-6EF0-FA38AC797E9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1DE661-DDD4-4FB5-8055-0D531F99BD7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042F40-3E99-413D-BE04-50A85132A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836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042F40-3E99-413D-BE04-50A85132A0A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560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Aptos" panose="020B00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6125" y="172050"/>
            <a:ext cx="6068649" cy="7078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>
            <a:spAutoFit/>
          </a:bodyPr>
          <a:lstStyle/>
          <a:p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 Display"/>
              </a:rPr>
              <a:t>Smart India Hackathon 2026</a:t>
            </a:r>
            <a:endParaRPr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 Display"/>
            </a:endParaRPr>
          </a:p>
        </p:txBody>
      </p:sp>
      <p:pic>
        <p:nvPicPr>
          <p:cNvPr id="25" name="Picture 24" descr="K">
            <a:extLst>
              <a:ext uri="{FF2B5EF4-FFF2-40B4-BE49-F238E27FC236}">
                <a16:creationId xmlns:a16="http://schemas.microsoft.com/office/drawing/2014/main" id="{2EAED6C2-5D98-E403-B72B-E49A3E2C8B3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</a:blip>
          <a:srcRect t="1" r="60853" b="-3609"/>
          <a:stretch>
            <a:fillRect/>
          </a:stretch>
        </p:blipFill>
        <p:spPr>
          <a:xfrm>
            <a:off x="8342443" y="663352"/>
            <a:ext cx="2723504" cy="405958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/>
          <p:cNvSpPr txBox="1"/>
          <p:nvPr/>
        </p:nvSpPr>
        <p:spPr>
          <a:xfrm>
            <a:off x="342899" y="1443841"/>
            <a:ext cx="11526716" cy="39703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PROBLEM STATEMENT ID :– 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SIH26058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PROBLEM STATEMENT :-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Development of a Low-Power, Real-Time Adaptive Software-Defined Sonar Transmitter 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                            	           for Autonomous Underwater Vehicles (AUVs)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Theme :–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Robotics and Drones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PS category :–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Hardware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Team id :-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Aptos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Team Name :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– 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VarunaWave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800" dirty="0">
              <a:solidFill>
                <a:srgbClr val="1F65B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77788"/>
                </a:solidFill>
                <a:latin typeface="Aptos"/>
              </a:rPr>
              <a:t>SIH 2026  |  SIH26058                                              01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8FA0585F-0D1A-811C-EC30-723B1BDFF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8780" y="87843"/>
            <a:ext cx="1724025" cy="876300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124FAE5-BFDB-F084-F5AA-5FCC47AAE2B3}"/>
              </a:ext>
            </a:extLst>
          </p:cNvPr>
          <p:cNvCxnSpPr>
            <a:cxnSpLocks/>
          </p:cNvCxnSpPr>
          <p:nvPr/>
        </p:nvCxnSpPr>
        <p:spPr>
          <a:xfrm>
            <a:off x="2637692" y="746792"/>
            <a:ext cx="581171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164592" cy="164592"/>
          </a:xfrm>
          <a:prstGeom prst="ellipse">
            <a:avLst/>
          </a:prstGeom>
          <a:solidFill>
            <a:srgbClr val="1E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33A"/>
                </a:solidFill>
                <a:latin typeface="Aptos Display"/>
              </a:rPr>
              <a:t>01  Problem &amp;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77788"/>
                </a:solidFill>
                <a:latin typeface="Aptos"/>
              </a:rPr>
              <a:t>The transmitter should respond to the underwater environment—not operate with one fixed configuration.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0292" cy="4480560"/>
          </a:xfrm>
          <a:prstGeom prst="rect">
            <a:avLst/>
          </a:prstGeom>
          <a:solidFill>
            <a:srgbClr val="1F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3246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65B2"/>
                </a:solidFill>
                <a:latin typeface="Aptos"/>
              </a:rPr>
              <a:t>THE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39112"/>
            <a:ext cx="324612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Conventional transmitters are commonly configured around predefined operating conditions.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But underwater acoustics are affected by depth, temperature, salinity, ambient noise and mission conditions.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A fixed waveform can therefore become a compromise between detection performance, bandwidth and energy.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417320"/>
            <a:ext cx="32461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26280" y="1417320"/>
            <a:ext cx="50292" cy="4480560"/>
          </a:xfrm>
          <a:prstGeom prst="rect">
            <a:avLst/>
          </a:prstGeom>
          <a:solidFill>
            <a:srgbClr val="1E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1600200"/>
            <a:ext cx="28346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EA6BE"/>
                </a:solidFill>
                <a:latin typeface="Aptos"/>
              </a:rPr>
              <a:t>WHAT WE WANT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039112"/>
            <a:ext cx="2834639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A self-contained payload that can dynamically control: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• Centre frequency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• Bandwidth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• Pulse duration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• Amplitude / signal power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using real-time inputs and embedded control.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41732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417320"/>
            <a:ext cx="50292" cy="4480560"/>
          </a:xfrm>
          <a:prstGeom prst="rect">
            <a:avLst/>
          </a:prstGeom>
          <a:solidFill>
            <a:srgbClr val="2A9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600200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A916A"/>
                </a:solidFill>
                <a:latin typeface="Aptos"/>
              </a:rPr>
              <a:t>ENGINEERING REQUIREMENTS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039112"/>
            <a:ext cx="310896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01  Real-time ADC acquisition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02  MCU / FPGA-based control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03  Custom analog signal chain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04  Deterministic waveform generation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05  Controlled power amplification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06  Compact AUV payload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77788"/>
                </a:solidFill>
                <a:latin typeface="Aptos"/>
              </a:rPr>
              <a:t>SIH 2026  |  SIH26058          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164592" cy="164592"/>
          </a:xfrm>
          <a:prstGeom prst="ellipse">
            <a:avLst/>
          </a:prstGeom>
          <a:solidFill>
            <a:srgbClr val="1E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33A"/>
                </a:solidFill>
                <a:latin typeface="Aptos Display"/>
              </a:rPr>
              <a:t>02 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77788"/>
                </a:solidFill>
                <a:latin typeface="Aptos"/>
              </a:rPr>
              <a:t>A closed control path connects environmental inputs to a configurable acoustic transmit waveform.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057400"/>
            <a:ext cx="15087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1F6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3192" y="2267712"/>
            <a:ext cx="13624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12233A"/>
                </a:solidFill>
              </a:rPr>
              <a:t>ENVIRONMENTAL 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2770632"/>
            <a:ext cx="13624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677788"/>
                </a:solidFill>
              </a:rPr>
              <a:t>Sensors / potentiometers</a:t>
            </a:r>
          </a:p>
        </p:txBody>
      </p:sp>
      <p:sp>
        <p:nvSpPr>
          <p:cNvPr id="9" name="Chevron 8"/>
          <p:cNvSpPr/>
          <p:nvPr/>
        </p:nvSpPr>
        <p:spPr>
          <a:xfrm>
            <a:off x="1874519" y="2468880"/>
            <a:ext cx="246888" cy="457200"/>
          </a:xfrm>
          <a:prstGeom prst="chevron">
            <a:avLst/>
          </a:prstGeom>
          <a:solidFill>
            <a:srgbClr val="1E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130552" y="2057400"/>
            <a:ext cx="15087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1F6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03704" y="2267712"/>
            <a:ext cx="13624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12233A"/>
                </a:solidFill>
              </a:rPr>
              <a:t>ADC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3704" y="2770632"/>
            <a:ext cx="13624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677788"/>
                </a:solidFill>
              </a:rPr>
              <a:t>Sampling + scaling</a:t>
            </a:r>
          </a:p>
        </p:txBody>
      </p:sp>
      <p:sp>
        <p:nvSpPr>
          <p:cNvPr id="13" name="Chevron 12"/>
          <p:cNvSpPr/>
          <p:nvPr/>
        </p:nvSpPr>
        <p:spPr>
          <a:xfrm>
            <a:off x="3685032" y="2468880"/>
            <a:ext cx="246888" cy="457200"/>
          </a:xfrm>
          <a:prstGeom prst="chevron">
            <a:avLst/>
          </a:prstGeom>
          <a:solidFill>
            <a:srgbClr val="1E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941064" y="2057400"/>
            <a:ext cx="15087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1F6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14216" y="2267712"/>
            <a:ext cx="13624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12233A"/>
                </a:solidFill>
              </a:rPr>
              <a:t>MCU / FPGA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14216" y="2770632"/>
            <a:ext cx="13624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677788"/>
                </a:solidFill>
              </a:rPr>
              <a:t>Decision + timing</a:t>
            </a:r>
          </a:p>
        </p:txBody>
      </p:sp>
      <p:sp>
        <p:nvSpPr>
          <p:cNvPr id="17" name="Chevron 16"/>
          <p:cNvSpPr/>
          <p:nvPr/>
        </p:nvSpPr>
        <p:spPr>
          <a:xfrm>
            <a:off x="5495544" y="2468880"/>
            <a:ext cx="246888" cy="457200"/>
          </a:xfrm>
          <a:prstGeom prst="chevron">
            <a:avLst/>
          </a:prstGeom>
          <a:solidFill>
            <a:srgbClr val="1E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751576" y="2057400"/>
            <a:ext cx="15087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1F6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24728" y="2267712"/>
            <a:ext cx="13624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12233A"/>
                </a:solidFill>
              </a:rPr>
              <a:t>WAVEFORM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24728" y="2770632"/>
            <a:ext cx="13624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677788"/>
                </a:solidFill>
              </a:rPr>
              <a:t>DDS / pulse / chirp</a:t>
            </a:r>
          </a:p>
        </p:txBody>
      </p:sp>
      <p:sp>
        <p:nvSpPr>
          <p:cNvPr id="21" name="Chevron 20"/>
          <p:cNvSpPr/>
          <p:nvPr/>
        </p:nvSpPr>
        <p:spPr>
          <a:xfrm>
            <a:off x="7306056" y="2468880"/>
            <a:ext cx="246888" cy="457200"/>
          </a:xfrm>
          <a:prstGeom prst="chevron">
            <a:avLst/>
          </a:prstGeom>
          <a:solidFill>
            <a:srgbClr val="1E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562088" y="2057400"/>
            <a:ext cx="15087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1F6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35240" y="2267712"/>
            <a:ext cx="13624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12233A"/>
                </a:solidFill>
              </a:rPr>
              <a:t>ANALOG CHAIN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770632"/>
            <a:ext cx="13624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677788"/>
                </a:solidFill>
              </a:rPr>
              <a:t>DAC + filter + gain</a:t>
            </a:r>
          </a:p>
        </p:txBody>
      </p:sp>
      <p:sp>
        <p:nvSpPr>
          <p:cNvPr id="25" name="Chevron 24"/>
          <p:cNvSpPr/>
          <p:nvPr/>
        </p:nvSpPr>
        <p:spPr>
          <a:xfrm>
            <a:off x="9116568" y="2468880"/>
            <a:ext cx="246888" cy="457200"/>
          </a:xfrm>
          <a:prstGeom prst="chevron">
            <a:avLst/>
          </a:prstGeom>
          <a:solidFill>
            <a:srgbClr val="1E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372600" y="2057400"/>
            <a:ext cx="1325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1F6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45752" y="2267712"/>
            <a:ext cx="117957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12233A"/>
                </a:solidFill>
              </a:rPr>
              <a:t>POWER STAGE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5752" y="2770632"/>
            <a:ext cx="11795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677788"/>
                </a:solidFill>
              </a:rPr>
              <a:t>Driver + amplifier</a:t>
            </a:r>
          </a:p>
        </p:txBody>
      </p:sp>
      <p:sp>
        <p:nvSpPr>
          <p:cNvPr id="29" name="Chevron 28"/>
          <p:cNvSpPr/>
          <p:nvPr/>
        </p:nvSpPr>
        <p:spPr>
          <a:xfrm>
            <a:off x="10744200" y="2468880"/>
            <a:ext cx="246888" cy="457200"/>
          </a:xfrm>
          <a:prstGeom prst="chevron">
            <a:avLst/>
          </a:prstGeom>
          <a:solidFill>
            <a:srgbClr val="1E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1000232" y="2057400"/>
            <a:ext cx="15087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1F6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073384" y="2267712"/>
            <a:ext cx="13624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12233A"/>
                </a:solidFill>
              </a:rPr>
              <a:t>TRANSDUCER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73384" y="2770632"/>
            <a:ext cx="13624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677788"/>
                </a:solidFill>
              </a:rPr>
              <a:t>Electrical → acoustic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3977639"/>
            <a:ext cx="3154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4400" y="3977639"/>
            <a:ext cx="50292" cy="1371600"/>
          </a:xfrm>
          <a:prstGeom prst="rect">
            <a:avLst/>
          </a:prstGeom>
          <a:solidFill>
            <a:srgbClr val="1F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43000" y="4160520"/>
            <a:ext cx="2743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65B2"/>
                </a:solidFill>
                <a:latin typeface="Aptos"/>
              </a:rPr>
              <a:t>ADAPTIVE LOOP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4599431"/>
            <a:ext cx="2743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Measured/input conditions are translated into bounded transmit parameters by firmware.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26280" y="3977639"/>
            <a:ext cx="3154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526280" y="3977639"/>
            <a:ext cx="50292" cy="1371600"/>
          </a:xfrm>
          <a:prstGeom prst="rect">
            <a:avLst/>
          </a:prstGeom>
          <a:solidFill>
            <a:srgbClr val="1E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754880" y="4160520"/>
            <a:ext cx="2743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EA6BE"/>
                </a:solidFill>
                <a:latin typeface="Aptos"/>
              </a:rPr>
              <a:t>DIGITAL → ANALOG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4599431"/>
            <a:ext cx="2743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The controller creates the waveform; analog electronics condition and scale it for the power stage.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60" y="3977639"/>
            <a:ext cx="3154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38160" y="3977639"/>
            <a:ext cx="50292" cy="1371600"/>
          </a:xfrm>
          <a:prstGeom prst="rect">
            <a:avLst/>
          </a:prstGeom>
          <a:solidFill>
            <a:srgbClr val="2A9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66760" y="4160520"/>
            <a:ext cx="2743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A916A"/>
                </a:solidFill>
                <a:latin typeface="Aptos"/>
              </a:rPr>
              <a:t>MISSION INTERFACE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4599431"/>
            <a:ext cx="2743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The final signal drives the transducer while keeping the payload modular for AUV integration.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77788"/>
                </a:solidFill>
                <a:latin typeface="Aptos"/>
              </a:rPr>
              <a:t>SIH 2026  |  SIH26058         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164592" cy="164592"/>
          </a:xfrm>
          <a:prstGeom prst="ellipse">
            <a:avLst/>
          </a:prstGeom>
          <a:solidFill>
            <a:srgbClr val="1E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33A"/>
                </a:solidFill>
                <a:latin typeface="Aptos Display"/>
              </a:rPr>
              <a:t>03  Adaptive Transmission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77788"/>
                </a:solidFill>
                <a:latin typeface="Aptos"/>
              </a:rPr>
              <a:t>The core innovation is not merely generating a signal—it is deciding what signal to transmit.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429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50292" cy="4526280"/>
          </a:xfrm>
          <a:prstGeom prst="rect">
            <a:avLst/>
          </a:prstGeom>
          <a:solidFill>
            <a:srgbClr val="1F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65B2"/>
                </a:solidFill>
                <a:latin typeface="Aptos"/>
              </a:rPr>
              <a:t>INPUT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93392"/>
            <a:ext cx="3017520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Environmental / test variables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→ ADC acquisition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→ Calibration &amp; scaling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→ Noise filtering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→ Normalized control values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The same interface can support sensors during deployment and potentiometers during bench validation.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71600"/>
            <a:ext cx="3429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371600"/>
            <a:ext cx="50292" cy="4526280"/>
          </a:xfrm>
          <a:prstGeom prst="rect">
            <a:avLst/>
          </a:prstGeom>
          <a:solidFill>
            <a:srgbClr val="1E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2" y="1554480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EA6BE"/>
                </a:solidFill>
                <a:latin typeface="Aptos"/>
              </a:rPr>
              <a:t>DECISION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1993392"/>
            <a:ext cx="3017520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MCU / FPGA executes bounded rules: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→ Select operating band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→ Set centre frequency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→ Set bandwidth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→ Set pulse duration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→ Set amplitude / power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Safety limits prevent invalid combinations.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71600"/>
            <a:ext cx="3429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371600"/>
            <a:ext cx="50292" cy="4526280"/>
          </a:xfrm>
          <a:prstGeom prst="rect">
            <a:avLst/>
          </a:prstGeom>
          <a:solidFill>
            <a:srgbClr val="2A9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554480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A916A"/>
                </a:solidFill>
                <a:latin typeface="Aptos"/>
              </a:rPr>
              <a:t>OUTPUT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93392"/>
            <a:ext cx="3017520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Waveform engine produces the selected pulse/chirp.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→ DAC / reconstruction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→ Filtering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→ Gain / driver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→ Power amplifier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→ Transducer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Measured output becomes the basis for calibration and validation.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77788"/>
                </a:solidFill>
                <a:latin typeface="Aptos"/>
              </a:rPr>
              <a:t>SIH 2026  |  SIH26058          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164592" cy="164592"/>
          </a:xfrm>
          <a:prstGeom prst="ellipse">
            <a:avLst/>
          </a:prstGeom>
          <a:solidFill>
            <a:srgbClr val="1E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33A"/>
                </a:solidFill>
                <a:latin typeface="Aptos Display"/>
              </a:rPr>
              <a:t>04  Innovation, Feasibility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77788"/>
                </a:solidFill>
                <a:latin typeface="Aptos"/>
              </a:rPr>
              <a:t>A practical hardware-first architecture with a clear path from bench prototype to AUV payload.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50292" cy="4480560"/>
          </a:xfrm>
          <a:prstGeom prst="rect">
            <a:avLst/>
          </a:prstGeom>
          <a:solidFill>
            <a:srgbClr val="1F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30632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65B2"/>
                </a:solidFill>
                <a:latin typeface="Aptos"/>
              </a:rPr>
              <a:t>WHY IT IS DIFFERENT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93392"/>
            <a:ext cx="3063239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• Reconfigurable transmit waveform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• Real-time parameter adaptation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• MCU/FPGA + custom analog electronics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• Modular architecture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• Firmware-defined operating modes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• Designed around measurable hardware outputs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61688" y="1371600"/>
            <a:ext cx="50292" cy="4480560"/>
          </a:xfrm>
          <a:prstGeom prst="rect">
            <a:avLst/>
          </a:prstGeom>
          <a:solidFill>
            <a:srgbClr val="1E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554480"/>
            <a:ext cx="30632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EA6BE"/>
                </a:solidFill>
                <a:latin typeface="Aptos"/>
              </a:rPr>
              <a:t>WHY IT IS BUILDABLE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93392"/>
            <a:ext cx="3063239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• Commercial MCU/FPGA, ADC/DAC &amp; amplifier options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• Stage-wise prototyping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• Oscilloscope + spectrum validation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• PCB implementation after bench proof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• Firmware safety bounds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• Clear integration interfaces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83296" y="1371600"/>
            <a:ext cx="50292" cy="4480560"/>
          </a:xfrm>
          <a:prstGeom prst="rect">
            <a:avLst/>
          </a:prstGeom>
          <a:solidFill>
            <a:srgbClr val="2A9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1896" y="1554480"/>
            <a:ext cx="30632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A916A"/>
                </a:solidFill>
                <a:latin typeface="Aptos"/>
              </a:rPr>
              <a:t>WHERE IT CAN 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1993392"/>
            <a:ext cx="3063239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AUV navigation &amp; sensing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Underwater mapping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Marine research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Seabed characterization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Defence / surveillance research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Future: closed-loop adaptation using received sonar feedback.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77788"/>
                </a:solidFill>
                <a:latin typeface="Aptos"/>
              </a:rPr>
              <a:t>SIH 2026  |  SIH26058          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164592" cy="164592"/>
          </a:xfrm>
          <a:prstGeom prst="ellipse">
            <a:avLst/>
          </a:prstGeom>
          <a:solidFill>
            <a:srgbClr val="1E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33A"/>
                </a:solidFill>
                <a:latin typeface="Aptos Display"/>
              </a:rPr>
              <a:t>05  Prototype &amp; Validation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677788"/>
                </a:solidFill>
                <a:latin typeface="Aptos"/>
              </a:rPr>
              <a:t>We validate the signal chain in measurable stages before integrating the complete payload.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50292" cy="1645920"/>
          </a:xfrm>
          <a:prstGeom prst="rect">
            <a:avLst/>
          </a:prstGeom>
          <a:solidFill>
            <a:srgbClr val="1F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65B2"/>
                </a:solidFill>
                <a:latin typeface="Aptos"/>
              </a:rPr>
              <a:t>01  ADC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93392"/>
            <a:ext cx="30175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Verify range, scaling &amp; sampling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7160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371600"/>
            <a:ext cx="50292" cy="1645920"/>
          </a:xfrm>
          <a:prstGeom prst="rect">
            <a:avLst/>
          </a:prstGeom>
          <a:solidFill>
            <a:srgbClr val="1E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2" y="1554480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EA6BE"/>
                </a:solidFill>
                <a:latin typeface="Aptos"/>
              </a:rPr>
              <a:t>02  WAVEFORM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1993392"/>
            <a:ext cx="30175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Measure frequency, pulse &amp; chirp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37160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01583" y="1371600"/>
            <a:ext cx="50292" cy="1645920"/>
          </a:xfrm>
          <a:prstGeom prst="rect">
            <a:avLst/>
          </a:prstGeom>
          <a:solidFill>
            <a:srgbClr val="2A9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0183" y="1554480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A916A"/>
                </a:solidFill>
                <a:latin typeface="Aptos"/>
              </a:rPr>
              <a:t>03  ANALOG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1993392"/>
            <a:ext cx="30175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Verify filtering, gain &amp; distortion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38328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383280"/>
            <a:ext cx="50292" cy="1645920"/>
          </a:xfrm>
          <a:prstGeom prst="rect">
            <a:avLst/>
          </a:prstGeom>
          <a:solidFill>
            <a:srgbClr val="1F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566160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65B2"/>
                </a:solidFill>
                <a:latin typeface="Aptos"/>
              </a:rPr>
              <a:t>04  POWER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005072"/>
            <a:ext cx="30175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Characterize output level &amp; thermal behaviour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338328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70832" y="3383280"/>
            <a:ext cx="50292" cy="1645920"/>
          </a:xfrm>
          <a:prstGeom prst="rect">
            <a:avLst/>
          </a:prstGeom>
          <a:solidFill>
            <a:srgbClr val="1E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99432" y="3566160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EA6BE"/>
                </a:solidFill>
                <a:latin typeface="Aptos"/>
              </a:rPr>
              <a:t>05  TRANSDUCER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4005072"/>
            <a:ext cx="30175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Validate electrical-to-acoustic interface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1583" y="338328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01583" y="3383280"/>
            <a:ext cx="50292" cy="1645920"/>
          </a:xfrm>
          <a:prstGeom prst="rect">
            <a:avLst/>
          </a:prstGeom>
          <a:solidFill>
            <a:srgbClr val="2A9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30183" y="3566160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A916A"/>
                </a:solidFill>
                <a:latin typeface="Aptos"/>
              </a:rPr>
              <a:t>06  ADAPTATION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3" y="4005072"/>
            <a:ext cx="30175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Measure response to changing inputs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623560"/>
            <a:ext cx="108813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" y="5623560"/>
            <a:ext cx="50292" cy="502920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5806440"/>
            <a:ext cx="10469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2233A"/>
                </a:solidFill>
                <a:latin typeface="Aptos"/>
              </a:rPr>
              <a:t>KEY METRICS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6245352"/>
            <a:ext cx="104698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t>Frequency accuracy • Bandwidth control • Pulse-duration accuracy • Amplitude control • Adaptation latency • Power consumption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77788"/>
                </a:solidFill>
                <a:latin typeface="Aptos"/>
              </a:rPr>
              <a:t>SIH 2026  |  SIH26058            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543300" y="320040"/>
            <a:ext cx="464515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700" b="1" dirty="0">
                <a:solidFill>
                  <a:srgbClr val="12233A"/>
                </a:solidFill>
                <a:latin typeface="Aptos Display"/>
              </a:rPr>
              <a:t>RESEARCH AND REFERENCE</a:t>
            </a:r>
            <a:endParaRPr sz="2700" b="1" dirty="0">
              <a:solidFill>
                <a:srgbClr val="12233A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-96714" y="941832"/>
            <a:ext cx="1233870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1" u="sng" dirty="0">
                <a:solidFill>
                  <a:schemeClr val="bg2">
                    <a:lumMod val="25000"/>
                  </a:schemeClr>
                </a:solidFill>
                <a:latin typeface="Aptos"/>
              </a:rPr>
              <a:t>This work is entirely our own original creation , developed through extensive research , analysis and synthesis across multiple sources for Smart India Hackathon.</a:t>
            </a:r>
            <a:endParaRPr sz="1300" b="1" u="sng" dirty="0">
              <a:solidFill>
                <a:schemeClr val="bg2">
                  <a:lumMod val="25000"/>
                </a:schemeClr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19" y="1417320"/>
            <a:ext cx="4941865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4434840"/>
          </a:xfrm>
          <a:prstGeom prst="rect">
            <a:avLst/>
          </a:prstGeom>
          <a:solidFill>
            <a:srgbClr val="1F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14929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/>
              </a:rPr>
              <a:t>RESEARCH :-</a:t>
            </a:r>
            <a:endParaRPr sz="1600" b="1" u="sng" dirty="0">
              <a:solidFill>
                <a:srgbClr val="1F65B2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2039112"/>
            <a:ext cx="4809451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rPr lang="en-US" sz="1300" b="1" dirty="0"/>
              <a:t>(1)Underwater Sonar and Frequency Selection Side:-</a:t>
            </a:r>
            <a:r>
              <a:rPr lang="en-US" sz="1300" dirty="0"/>
              <a:t>Scan sonar performance depends on transmitted acoustic frequency . Lower frequencies provide greater coverage , while higher frequencies provide greater finer resolution.</a:t>
            </a:r>
            <a:r>
              <a:rPr lang="en-US" sz="1300" b="1" i="1" dirty="0"/>
              <a:t>[NOAA Ocean Exploration]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rPr lang="en-US" sz="1300" b="1" dirty="0"/>
              <a:t>(2)Adaptive Sonar Waveform:-</a:t>
            </a:r>
            <a:r>
              <a:rPr lang="en-US" sz="1300" dirty="0"/>
              <a:t>Research on cognitive / adaptive sonar demonstrates that transmit waveforms can be dynamically selected or modified according to the underwater acoustic environment.</a:t>
            </a:r>
            <a:r>
              <a:rPr lang="en-US" sz="1300" b="1" i="1" dirty="0"/>
              <a:t>[</a:t>
            </a:r>
            <a:r>
              <a:rPr lang="en-US" sz="1300" b="1" i="1" dirty="0" err="1"/>
              <a:t>arXiv</a:t>
            </a:r>
            <a:r>
              <a:rPr lang="en-US" sz="1300" b="1" i="1" dirty="0"/>
              <a:t>]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rPr lang="en-US" sz="1300" b="1" dirty="0"/>
              <a:t>(3)LFM Chirp in Underwater Acoustics:-</a:t>
            </a:r>
            <a:r>
              <a:rPr lang="en-US" sz="1300" dirty="0"/>
              <a:t>LFM waveforms are widely studied for underwater sonar because their performance can be evaluated under multipath, depth, doppler and varying propagation conditions.[</a:t>
            </a:r>
            <a:r>
              <a:rPr lang="en-US" sz="1300" b="1" i="1" dirty="0"/>
              <a:t>IEEE Xplore]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rPr lang="en-US" sz="1300" b="1" dirty="0"/>
              <a:t>[4]Embedded Waveform Generation:-</a:t>
            </a:r>
            <a:r>
              <a:rPr lang="en-US" sz="1300" dirty="0"/>
              <a:t>STM32 supports timer-triggered DAC operation and DMA-based waveform transfer, enabling continuous waveform generation with reduced CPU involvement.</a:t>
            </a:r>
            <a:r>
              <a:rPr lang="en-US" sz="1300" b="1" i="1" dirty="0"/>
              <a:t>[STMicroelectronics]</a:t>
            </a:r>
            <a:endParaRPr lang="en-US" sz="1300" b="1" dirty="0"/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endParaRPr sz="1300" b="1" dirty="0"/>
          </a:p>
        </p:txBody>
      </p:sp>
      <p:sp>
        <p:nvSpPr>
          <p:cNvPr id="10" name="Rounded Rectangle 9"/>
          <p:cNvSpPr/>
          <p:nvPr/>
        </p:nvSpPr>
        <p:spPr>
          <a:xfrm>
            <a:off x="6411292" y="1394350"/>
            <a:ext cx="5064427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11293" y="1389888"/>
            <a:ext cx="50292" cy="4434840"/>
          </a:xfrm>
          <a:prstGeom prst="rect">
            <a:avLst/>
          </a:prstGeom>
          <a:solidFill>
            <a:srgbClr val="1E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70076" y="1600200"/>
            <a:ext cx="19167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latin typeface="Aptos"/>
              </a:rPr>
              <a:t>REFERENCE :-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7773" y="2039112"/>
            <a:ext cx="470763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rPr lang="en-US" sz="1200" b="1" dirty="0"/>
              <a:t>SIH26058 — </a:t>
            </a:r>
            <a:r>
              <a:rPr lang="en-US" sz="1200" b="1" dirty="0" err="1"/>
              <a:t>MoES</a:t>
            </a:r>
            <a:r>
              <a:rPr lang="en-US" sz="1200" b="1" dirty="0"/>
              <a:t> / NIOT:-</a:t>
            </a:r>
            <a:r>
              <a:rPr lang="en-US" sz="1200" dirty="0"/>
              <a:t>Low-Power, Real-Time Adaptive Software-Defined Sonar Transmitter Payload for AUVs</a:t>
            </a:r>
            <a:endParaRPr lang="en-US" sz="1200" b="1" dirty="0"/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rPr lang="en-US" sz="1200" b="1" dirty="0"/>
              <a:t>NOAA Ocean Exploration:-</a:t>
            </a:r>
            <a:r>
              <a:rPr lang="en-US" sz="1200" dirty="0"/>
              <a:t> Side-Scan Sonar — Underwater Mapping &amp; Acoustic Principles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rPr lang="en-US" sz="1200" b="1" dirty="0"/>
              <a:t>IEEE Xplore:- </a:t>
            </a:r>
            <a:r>
              <a:rPr lang="en-US" sz="1200" dirty="0"/>
              <a:t>Modeling of Underwater Acoustic Signal Propagation of LFM and HFM Pulse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rPr lang="en-US" sz="1200" b="1" dirty="0"/>
              <a:t>D. A. Hague</a:t>
            </a:r>
            <a:r>
              <a:rPr lang="en-US" sz="1200" dirty="0"/>
              <a:t>:- Adaptive Transmit Waveform Design — Adaptive/Cognitive Sonar Research</a:t>
            </a:r>
          </a:p>
          <a:p>
            <a:pPr>
              <a:spcAft>
                <a:spcPts val="600"/>
              </a:spcAft>
              <a:defRPr sz="1100">
                <a:solidFill>
                  <a:srgbClr val="222F3E"/>
                </a:solidFill>
                <a:latin typeface="Aptos"/>
              </a:defRPr>
            </a:pPr>
            <a:r>
              <a:rPr lang="en-US" sz="1200" b="1" dirty="0"/>
              <a:t>STMicroelectronics AN3126</a:t>
            </a:r>
            <a:r>
              <a:rPr lang="en-US" sz="1200" dirty="0"/>
              <a:t>:- Audio and Waveform Generation using DAC in STM32 Microcontrollers</a:t>
            </a:r>
            <a:endParaRPr sz="1200" dirty="0"/>
          </a:p>
        </p:txBody>
      </p:sp>
      <p:sp>
        <p:nvSpPr>
          <p:cNvPr id="19" name="TextBox 18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77788"/>
                </a:solidFill>
                <a:latin typeface="Aptos"/>
              </a:rPr>
              <a:t>SIH 2026  |  SIH26058                                              07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1919CE3-57F7-E452-D977-A53D7B50807D}"/>
              </a:ext>
            </a:extLst>
          </p:cNvPr>
          <p:cNvSpPr/>
          <p:nvPr/>
        </p:nvSpPr>
        <p:spPr>
          <a:xfrm rot="16200000">
            <a:off x="8750047" y="3659886"/>
            <a:ext cx="50292" cy="4434840"/>
          </a:xfrm>
          <a:prstGeom prst="rect">
            <a:avLst/>
          </a:prstGeom>
          <a:solidFill>
            <a:srgbClr val="1E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43D378-0396-9DA5-887D-8921CC3105CD}"/>
              </a:ext>
            </a:extLst>
          </p:cNvPr>
          <p:cNvSpPr/>
          <p:nvPr/>
        </p:nvSpPr>
        <p:spPr>
          <a:xfrm rot="16200000">
            <a:off x="3038036" y="3687085"/>
            <a:ext cx="50292" cy="4434840"/>
          </a:xfrm>
          <a:prstGeom prst="rect">
            <a:avLst/>
          </a:prstGeom>
          <a:solidFill>
            <a:srgbClr val="1F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4D0B933-F2B6-864D-F0B2-8F3AA2AC2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9479" y="4039658"/>
            <a:ext cx="1648973" cy="164897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80E164B-C334-3030-6EF0-FA38AC797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9113" y="29721"/>
            <a:ext cx="1724025" cy="8763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0D126A4-0F53-7572-B768-F1F45A95F9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668" t="-1399" r="20134" b="1399"/>
          <a:stretch>
            <a:fillRect/>
          </a:stretch>
        </p:blipFill>
        <p:spPr>
          <a:xfrm>
            <a:off x="8034534" y="4169402"/>
            <a:ext cx="1481317" cy="154219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0D9620E-A63F-D159-9EDE-74C9FC634A0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2738" b="25787"/>
          <a:stretch>
            <a:fillRect/>
          </a:stretch>
        </p:blipFill>
        <p:spPr>
          <a:xfrm>
            <a:off x="9583377" y="4524803"/>
            <a:ext cx="1824815" cy="8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240</TotalTime>
  <Words>881</Words>
  <Application>Microsoft Office PowerPoint</Application>
  <PresentationFormat>Widescreen</PresentationFormat>
  <Paragraphs>151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keywords/>
  <dc:description>generated using python-pptx</dc:description>
  <cp:lastModifiedBy>ritikabaranwal961@outlook.com</cp:lastModifiedBy>
  <cp:revision>2</cp:revision>
  <dcterms:created xsi:type="dcterms:W3CDTF">2013-01-27T09:14:16Z</dcterms:created>
  <dcterms:modified xsi:type="dcterms:W3CDTF">2026-09-10T14:29:50Z</dcterms:modified>
  <cp:category/>
</cp:coreProperties>
</file>